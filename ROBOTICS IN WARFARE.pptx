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5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78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474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1325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1660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02248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43926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C77502-27FB-BBFB-EADF-42DF38AD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7E8F487-892A-6A8B-143A-82444EF24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7CC449-F151-AD95-55E6-D16EB5AD5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FE8E7E3-2B05-4125-5A51-2A6FDC986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01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142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32480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5291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96343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3919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18579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6147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24774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304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9038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5755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30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830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022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4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94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248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214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E87DB-56A9-E137-4A31-E2306AF59D80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77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651" r:id="rId26"/>
    <p:sldLayoutId id="2147483661" r:id="rId27"/>
    <p:sldLayoutId id="2147483681" r:id="rId28"/>
    <p:sldLayoutId id="2147483682" r:id="rId29"/>
    <p:sldLayoutId id="2147483654" r:id="rId3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flickr.com/photos/defwheezer/3392547922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rfrbeameup.blogspot.com/2013/01/meet-marines-ls3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desarrolloydefensa.blogspot.com/2010/03/una-mirada-aviones-de-combate-no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taiwan-in-perspective.com/2015/08/12/taiwans-csist-unveils-new-combat-dron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desarrollodefensaytecnologiabelica.blogspot.com/2015/06/lockheed-martin-corporation-kaman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halopedia.org/F-99_Womba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desarrolloydefensa.blogspot.com/2019/03/como-los-enjambres-de-drones-cambiaran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faktor.bg/rusiq-e-oborudvala-dronovete-navlezli-v-polsha-s-dopalnitelni-rezervoari-za-gorivo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librewiki.net/wiki/%EC%9B%8C_%EB%A1%9C%EB%B4%87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6000" b="1" i="1" dirty="0"/>
              <a:t>ROBOTICS IN WARFARE</a:t>
            </a:r>
            <a:br>
              <a:rPr lang="en-US" dirty="0"/>
            </a:br>
            <a:r>
              <a:rPr lang="en-US" dirty="0"/>
              <a:t>Transforming Modern Combat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353B4-02B7-6457-9B17-779F1A99C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6160" y="3810000"/>
            <a:ext cx="2609850" cy="304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95F64-4843-D732-1E43-544B59AEAB46}"/>
              </a:ext>
            </a:extLst>
          </p:cNvPr>
          <p:cNvSpPr txBox="1"/>
          <p:nvPr/>
        </p:nvSpPr>
        <p:spPr>
          <a:xfrm>
            <a:off x="4116160" y="6858000"/>
            <a:ext cx="260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flickr.com/photos/defwheezer/3392547922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80C15E-1C5F-4C11-CF18-356EA396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587" y="794657"/>
            <a:ext cx="8240555" cy="5497286"/>
          </a:xfrm>
        </p:spPr>
        <p:txBody>
          <a:bodyPr/>
          <a:lstStyle/>
          <a:p>
            <a:r>
              <a:rPr lang="en-US" sz="4800" i="1" u="sng" dirty="0"/>
              <a:t>         INTRODUCTION</a:t>
            </a:r>
            <a:br>
              <a:rPr lang="en-US" sz="4800" i="1" u="sng" dirty="0"/>
            </a:br>
            <a:r>
              <a:rPr lang="en-US" i="1" dirty="0"/>
              <a:t>Robotics is revolutionizing warfare with increased autonomy , precision, and reduced risk to human life.</a:t>
            </a:r>
            <a:br>
              <a:rPr lang="en-US" i="1" dirty="0"/>
            </a:br>
            <a:br>
              <a:rPr lang="en-US" i="1" dirty="0"/>
            </a:br>
            <a:endParaRPr lang="en-US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95F886-6A2E-6FC5-394A-C892B4FD1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36313" y="3701144"/>
            <a:ext cx="4274199" cy="2852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48B96D-C347-5062-F0AC-62533A281FE3}"/>
              </a:ext>
            </a:extLst>
          </p:cNvPr>
          <p:cNvSpPr txBox="1"/>
          <p:nvPr/>
        </p:nvSpPr>
        <p:spPr>
          <a:xfrm>
            <a:off x="2906487" y="7096279"/>
            <a:ext cx="42018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rfrbeameup.blogspot.com/2013/01/meet-marines-ls3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806149"/>
            <a:ext cx="9971087" cy="6031896"/>
          </a:xfrm>
        </p:spPr>
        <p:txBody>
          <a:bodyPr/>
          <a:lstStyle/>
          <a:p>
            <a:r>
              <a:rPr lang="en-US" u="sng" dirty="0"/>
              <a:t>SURVEILLANCE &amp; RECONNAISSANCE</a:t>
            </a:r>
            <a:br>
              <a:rPr lang="en-US" u="sng" dirty="0"/>
            </a:br>
            <a:br>
              <a:rPr lang="en-US" u="sng" dirty="0"/>
            </a:br>
            <a:r>
              <a:rPr lang="en-US" sz="4000" dirty="0"/>
              <a:t>Drones (e.g.,MQ-9 Reaper)</a:t>
            </a:r>
            <a:br>
              <a:rPr lang="en-US" sz="4000" dirty="0"/>
            </a:br>
            <a:r>
              <a:rPr lang="en-US" sz="4000" dirty="0"/>
              <a:t>Ground robot (e.g., </a:t>
            </a:r>
            <a:r>
              <a:rPr lang="en-US" sz="4000" dirty="0" err="1"/>
              <a:t>PackBot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dirty="0"/>
              <a:t>Underwater vehicles( e.g., Drive-LD)</a:t>
            </a:r>
            <a:br>
              <a:rPr lang="en-US" sz="4000" dirty="0"/>
            </a:br>
            <a:endParaRPr lang="en-US" sz="4000" u="sng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DA773A9-0C40-DBC3-1F1B-4C985F5D6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995" r="34995"/>
          <a:stretch>
            <a:fillRect/>
          </a:stretch>
        </p:blipFill>
        <p:spPr>
          <a:xfrm>
            <a:off x="9971088" y="0"/>
            <a:ext cx="2220912" cy="41259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6F6710-347B-B660-E6EB-FD29EE589D27}"/>
              </a:ext>
            </a:extLst>
          </p:cNvPr>
          <p:cNvSpPr txBox="1"/>
          <p:nvPr/>
        </p:nvSpPr>
        <p:spPr>
          <a:xfrm>
            <a:off x="9971088" y="4125913"/>
            <a:ext cx="222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desarrolloydefensa.blogspot.com/2010/03/una-mirada-aviones-de-combate-no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 sz="4800" dirty="0"/>
              <a:t>COMBAT &amp; ATTACK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F14543-9BF5-B633-AD43-13ADE7126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Drones (e.g., Altius, Valkyrie, Switchblade)</a:t>
            </a:r>
          </a:p>
          <a:p>
            <a:r>
              <a:rPr lang="en-US" sz="3200" dirty="0"/>
              <a:t>,Ground robots (e.g., ULTRA, MAARS)</a:t>
            </a:r>
          </a:p>
          <a:p>
            <a:r>
              <a:rPr lang="en-US" sz="3200" dirty="0"/>
              <a:t>,Counter-drone systems (e.g., Anvil, </a:t>
            </a:r>
            <a:r>
              <a:rPr lang="en-US" sz="3200" dirty="0" err="1"/>
              <a:t>DroneGun</a:t>
            </a:r>
            <a:r>
              <a:rPr lang="en-US" sz="3200" dirty="0"/>
              <a:t>)</a:t>
            </a:r>
          </a:p>
          <a:p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F53B5-CFF6-1D2F-763D-DA4E81C2B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32045" y="522513"/>
            <a:ext cx="4368895" cy="2645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A75059-B0F0-671D-D0E0-4FC51A3B0BEB}"/>
              </a:ext>
            </a:extLst>
          </p:cNvPr>
          <p:cNvSpPr txBox="1"/>
          <p:nvPr/>
        </p:nvSpPr>
        <p:spPr>
          <a:xfrm>
            <a:off x="6847114" y="5826738"/>
            <a:ext cx="2906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taiwan-in-perspective.com/2015/08/12/taiwans-csist-unveils-new-combat-drone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i="1" dirty="0"/>
              <a:t>LOGIATICS &amp; SUPPLY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600" dirty="0"/>
              <a:t>Autonomous vehicles for supply transport (e.g., K-MAX, SMSS)</a:t>
            </a:r>
          </a:p>
          <a:p>
            <a:r>
              <a:rPr lang="en-US" sz="3600" dirty="0"/>
              <a:t>Drones for medical delivery (e.g., Zipline, </a:t>
            </a:r>
            <a:r>
              <a:rPr lang="en-US" sz="3600" dirty="0" err="1"/>
              <a:t>Matternet</a:t>
            </a:r>
            <a:r>
              <a:rPr lang="en-US" sz="3600" dirty="0"/>
              <a:t>),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8187E-4EDE-353A-6683-091F07970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3161395"/>
            <a:ext cx="8937172" cy="4468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9F716B-9B18-50CC-BBB1-500ECF43DC65}"/>
              </a:ext>
            </a:extLst>
          </p:cNvPr>
          <p:cNvSpPr txBox="1"/>
          <p:nvPr/>
        </p:nvSpPr>
        <p:spPr>
          <a:xfrm>
            <a:off x="6096000" y="7653591"/>
            <a:ext cx="8937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desarrollodefensaytecnologiabelica.blogspot.com/2015/06/lockheed-martin-corporation-kaman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SPACE WARFARE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50F25F-B8B7-68BA-D6B4-93CD7E74EE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Satellites for space domain awareness(</a:t>
            </a:r>
            <a:r>
              <a:rPr lang="en-US" sz="3600" dirty="0" err="1"/>
              <a:t>e.g.,GPS</a:t>
            </a:r>
            <a:r>
              <a:rPr lang="en-US" sz="3600" dirty="0"/>
              <a:t>)</a:t>
            </a:r>
          </a:p>
          <a:p>
            <a:r>
              <a:rPr lang="en-US" sz="3600" dirty="0"/>
              <a:t>Autonomous space systems(e.g.,X-37B)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2287A-5443-A780-6A01-8ABAF2D53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65008" y="3676650"/>
            <a:ext cx="3810000" cy="2266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95C49-E418-F184-EFB1-6799CA621D48}"/>
              </a:ext>
            </a:extLst>
          </p:cNvPr>
          <p:cNvSpPr txBox="1"/>
          <p:nvPr/>
        </p:nvSpPr>
        <p:spPr>
          <a:xfrm>
            <a:off x="8065008" y="5943600"/>
            <a:ext cx="381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halopedia.org/F-99_Wombat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BENEFITS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Increased; safety</a:t>
            </a:r>
          </a:p>
          <a:p>
            <a:r>
              <a:rPr lang="en-US" sz="3600" dirty="0"/>
              <a:t>                   efficiency </a:t>
            </a:r>
          </a:p>
          <a:p>
            <a:r>
              <a:rPr lang="en-US" sz="3600" dirty="0"/>
              <a:t>	            accuracy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Reduced casualties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r>
              <a:rPr lang="en-US" sz="3600" dirty="0"/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CHALLENGES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16932" y="1737360"/>
            <a:ext cx="5261107" cy="4206240"/>
          </a:xfrm>
        </p:spPr>
        <p:txBody>
          <a:bodyPr/>
          <a:lstStyle/>
          <a:p>
            <a:r>
              <a:rPr lang="en-US" sz="3600" dirty="0"/>
              <a:t>Ethical concerns</a:t>
            </a:r>
          </a:p>
          <a:p>
            <a:r>
              <a:rPr lang="en-US" sz="3600" dirty="0"/>
              <a:t>Cybersecurity risks</a:t>
            </a:r>
          </a:p>
          <a:p>
            <a:r>
              <a:rPr lang="en-US" sz="3600" dirty="0"/>
              <a:t>Dependency on tech</a:t>
            </a:r>
          </a:p>
          <a:p>
            <a:endParaRPr lang="en-US" sz="3600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FUTURE OF ROBOTICS IN WARFARE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Expect more autonomy , AI-powered tech and swarming drones.</a:t>
            </a:r>
          </a:p>
          <a:p>
            <a:r>
              <a:rPr lang="en-US" dirty="0"/>
              <a:t>This will be more intense.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A818AF4-B25E-4F7E-28DC-5C5071D467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321" r="30321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442344-8BC6-F632-BB63-2D0D508F9FA3}"/>
              </a:ext>
            </a:extLst>
          </p:cNvPr>
          <p:cNvSpPr txBox="1"/>
          <p:nvPr/>
        </p:nvSpPr>
        <p:spPr>
          <a:xfrm>
            <a:off x="7623125" y="6534269"/>
            <a:ext cx="4589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desarrolloydefensa.blogspot.com/2019/03/como-los-enjambres-de-drones-cambiaran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COMPANIES IN DEFENSE 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2039111"/>
            <a:ext cx="8606791" cy="38404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/>
              <a:t>General Atomics(MQ-9 Reaper)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Kratos Defense(Valkyrie drone)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Palantir(AI-powered data analytics)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Edge Group(partnering with Anduril)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Anduril(Altius)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3905-8A12-C49B-3104-ADEE4681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COUNTRIES THAT ARE USING ROBOTS IN WARFARE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957B4-8D02-E5A7-8C4F-1CBB21E1F8D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3600" dirty="0"/>
              <a:t>Ukraine</a:t>
            </a:r>
          </a:p>
          <a:p>
            <a:r>
              <a:rPr lang="en-US" sz="3600" dirty="0"/>
              <a:t>Israel</a:t>
            </a:r>
          </a:p>
          <a:p>
            <a:r>
              <a:rPr lang="en-US" sz="3600" dirty="0"/>
              <a:t>China</a:t>
            </a:r>
          </a:p>
          <a:p>
            <a:r>
              <a:rPr lang="en-US" sz="3600" dirty="0"/>
              <a:t>United States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565B208-9DA6-883B-E0F0-C7A36C759A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 rot="10800000" flipV="1">
            <a:off x="6812280" y="1911097"/>
            <a:ext cx="4872228" cy="4254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The SHAHED-136  used by Ukraine in war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55CEDA-4B5B-1170-5BC0-AA43B0F69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55430" y="2526030"/>
            <a:ext cx="2529078" cy="4022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20797E-E578-C619-8975-C0DBAF48ED24}"/>
              </a:ext>
            </a:extLst>
          </p:cNvPr>
          <p:cNvSpPr txBox="1"/>
          <p:nvPr/>
        </p:nvSpPr>
        <p:spPr>
          <a:xfrm>
            <a:off x="50380" y="6858000"/>
            <a:ext cx="12091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faktor.bg/rusiq-e-oborudvala-dronovete-navlezli-v-polsha-s-dopalnitelni-rezervoari-za-gorivo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BA1A15-44EE-CCC7-93FA-745FB96B8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Robotics is transforming warfare , offering new capabilities and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9F18FE-3432-FE0C-4FDA-2777DF298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3574429"/>
            <a:ext cx="5689092" cy="29422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F5559F-9DEB-7C93-0032-B388572E12EB}"/>
              </a:ext>
            </a:extLst>
          </p:cNvPr>
          <p:cNvSpPr txBox="1"/>
          <p:nvPr/>
        </p:nvSpPr>
        <p:spPr>
          <a:xfrm>
            <a:off x="6096000" y="6588265"/>
            <a:ext cx="56890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librewiki.net/wiki/%EC%9B%8C_%EB%A1%9C%EB%B4%87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/>
          <a:lstStyle/>
          <a:p>
            <a:r>
              <a:rPr lang="en-US" sz="3600" i="1" dirty="0"/>
              <a:t>by</a:t>
            </a:r>
            <a:r>
              <a:rPr lang="en-US" dirty="0"/>
              <a:t> : </a:t>
            </a:r>
            <a:r>
              <a:rPr lang="en-US" sz="3600" i="1" dirty="0"/>
              <a:t>team </a:t>
            </a:r>
            <a:r>
              <a:rPr lang="en-US" sz="3600" i="1" dirty="0" err="1"/>
              <a:t>phinix</a:t>
            </a:r>
            <a:endParaRPr lang="en-US" sz="36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terms/"/>
    <ds:schemaRef ds:uri="http://purl.org/dc/elements/1.1/"/>
    <ds:schemaRef ds:uri="http://schemas.microsoft.com/sharepoint/v3"/>
    <ds:schemaRef ds:uri="http://www.w3.org/XML/1998/namespace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380</Words>
  <Application>Microsoft Office PowerPoint</Application>
  <PresentationFormat>Widescreen</PresentationFormat>
  <Paragraphs>70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Garamond</vt:lpstr>
      <vt:lpstr>Sagona Book</vt:lpstr>
      <vt:lpstr>Organic</vt:lpstr>
      <vt:lpstr>ROBOTICS IN WARFARE Transforming Modern Combat  </vt:lpstr>
      <vt:lpstr>         INTRODUCTION Robotics is revolutionizing warfare with increased autonomy , precision, and reduced risk to human life.  </vt:lpstr>
      <vt:lpstr>SURVEILLANCE &amp; RECONNAISSANCE  Drones (e.g.,MQ-9 Reaper) Ground robot (e.g., PackBot) Underwater vehicles( e.g., Drive-LD) </vt:lpstr>
      <vt:lpstr>COMBAT &amp; ATTACK </vt:lpstr>
      <vt:lpstr>LOGIATICS &amp; SUPPLY </vt:lpstr>
      <vt:lpstr>SPACE WARFARE</vt:lpstr>
      <vt:lpstr>BENEFITS </vt:lpstr>
      <vt:lpstr>CHALLENGES</vt:lpstr>
      <vt:lpstr>FUTURE OF ROBOTICS IN WARFARE </vt:lpstr>
      <vt:lpstr>COMPANIES IN DEFENSE TECH</vt:lpstr>
      <vt:lpstr>COUNTRIES THAT ARE USING ROBOTS IN WARFARE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Maureen Mbugua</dc:creator>
  <cp:lastModifiedBy>Alvin Njane</cp:lastModifiedBy>
  <cp:revision>2</cp:revision>
  <dcterms:created xsi:type="dcterms:W3CDTF">2026-03-18T05:34:23Z</dcterms:created>
  <dcterms:modified xsi:type="dcterms:W3CDTF">2026-03-26T17:32:01Z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